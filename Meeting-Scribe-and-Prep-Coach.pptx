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7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-4-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5.svg"/><Relationship Id="rId5" Type="http://schemas.openxmlformats.org/officeDocument/2006/relationships/image" Target="../media/image-4-3.svg"/><Relationship Id="rId4" Type="http://schemas.openxmlformats.org/officeDocument/2006/relationships/image" Target="../media/image10.png"/><Relationship Id="rId9" Type="http://schemas.openxmlformats.org/officeDocument/2006/relationships/image" Target="../media/image-4-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5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-5-3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-5-9.sv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-5-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-7-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-7-5.svg"/><Relationship Id="rId5" Type="http://schemas.openxmlformats.org/officeDocument/2006/relationships/image" Target="../media/image-7-3.svg"/><Relationship Id="rId4" Type="http://schemas.openxmlformats.org/officeDocument/2006/relationships/image" Target="../media/image10.png"/><Relationship Id="rId9" Type="http://schemas.openxmlformats.org/officeDocument/2006/relationships/image" Target="../media/image-7-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8.svg"/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6.svg"/><Relationship Id="rId5" Type="http://schemas.openxmlformats.org/officeDocument/2006/relationships/image" Target="../media/image-8-4.sv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-9-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5.svg"/><Relationship Id="rId5" Type="http://schemas.openxmlformats.org/officeDocument/2006/relationships/image" Target="../media/image-9-3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59446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Meeting Scribe &amp; Prep Coach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146474"/>
            <a:ext cx="4722763" cy="55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Turning chaos into productivity with intelligent meeting workflows.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925119" y="291732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productivity assistant for smarter meetings and automated task management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53042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MSRIT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Hawkers · Batthula Bhavyasree Chillara Bhavya · Jalimanchi Sree Kruthi · Manasa Rajendran · </a:t>
            </a:r>
            <a:endParaRPr lang="en-US" sz="1100" dirty="0"/>
          </a:p>
        </p:txBody>
      </p:sp>
      <p:sp>
        <p:nvSpPr>
          <p:cNvPr id="7" name="Rounded Rectangle 6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606400"/>
            <a:ext cx="4789289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Real Problem We're Solving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70871" y="1189286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 generate rich discussion — yet decisions and action items vanish. Teams lose hours to manual note-taking, task assignment, and follow-up tracking.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70871" y="1888629"/>
            <a:ext cx="2359372" cy="1109290"/>
          </a:xfrm>
          <a:prstGeom prst="roundRect">
            <a:avLst>
              <a:gd name="adj" fmla="val 478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01839" y="2019598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Missed Deadlines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01839" y="2294111"/>
            <a:ext cx="20974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Commitments fall through the cracks without structured tracking.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42683" y="1888629"/>
            <a:ext cx="2359447" cy="1109290"/>
          </a:xfrm>
          <a:prstGeom prst="roundRect">
            <a:avLst>
              <a:gd name="adj" fmla="val 478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651" y="2019598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Poor Accountability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73651" y="2294111"/>
            <a:ext cx="20975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Unclear ownership leads to duplicated effort and stalled progress.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70871" y="3110359"/>
            <a:ext cx="4831259" cy="727397"/>
          </a:xfrm>
          <a:prstGeom prst="roundRect">
            <a:avLst>
              <a:gd name="adj" fmla="val 729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1839" y="3241328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Productivity Loss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01839" y="3515841"/>
            <a:ext cx="45693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summaries drain time that should go to execution.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70871" y="3964260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tools record conversations but fail to convert them into structured workflows — leaving Product Teams, Startups, and Project Managers underserved.</a:t>
            </a:r>
            <a:endParaRPr lang="en-US" sz="950" dirty="0"/>
          </a:p>
        </p:txBody>
      </p:sp>
      <p:sp>
        <p:nvSpPr>
          <p:cNvPr id="15" name="Rounded Rectangle 14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7914"/>
            <a:ext cx="5741640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Exists Today — And Why It Still Fails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44761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44761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668735"/>
            <a:ext cx="170028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Gap in Current Tools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714503" y="1944067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solutions stop at transcription. They capture words but miss the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intent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behind them.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2349773"/>
            <a:ext cx="3759622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intelligent task extraction from conversations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automatic deadline identification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speaker-level responsibility assignment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follow-up still required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meeting context gets lost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714503" y="3388742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B3E5F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463" y="3550072"/>
            <a:ext cx="141163" cy="1129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81587" y="3506912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Conversations contain actionable insights — current systems simply can't convert them automatically.</a:t>
            </a:r>
            <a:endParaRPr lang="en-US" sz="850" dirty="0"/>
          </a:p>
        </p:txBody>
      </p:sp>
      <p:sp>
        <p:nvSpPr>
          <p:cNvPr id="11" name="Rounded Rectangle 10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362" y="355699"/>
            <a:ext cx="3449687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Introducing Our Solution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5362" y="861343"/>
            <a:ext cx="492427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Scribe &amp; Prep Coach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transforms raw meeting transcripts into structured, actionable productivity systems — automatically.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362" y="1287289"/>
            <a:ext cx="225921" cy="2259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5362" y="1625724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Summaries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395362" y="1865040"/>
            <a:ext cx="492427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meeting summaries that capture key decisions and context.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362" y="2207419"/>
            <a:ext cx="225921" cy="2259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5362" y="2545854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Actionable Task Lists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95362" y="2785170"/>
            <a:ext cx="492427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extraction of action items assigned to the right speakers.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362" y="3127549"/>
            <a:ext cx="225921" cy="2259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5362" y="3465984"/>
            <a:ext cx="1837953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Deadline-Aware Workflows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395362" y="3705299"/>
            <a:ext cx="492427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and tracks deadlines mentioned in conversation.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362" y="4047679"/>
            <a:ext cx="225921" cy="2259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5362" y="4386114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Notion Integration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395362" y="4625429"/>
            <a:ext cx="492427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sync directly to Notion for persistent, cumulative tracking.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71549"/>
            <a:ext cx="4838998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Demo &amp; User Journey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824" y="909766"/>
            <a:ext cx="3768403" cy="16957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8488" y="926072"/>
            <a:ext cx="659457" cy="214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Upload Transcript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198488" y="1169065"/>
            <a:ext cx="659457" cy="15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raw meeting audio or text</a:t>
            </a:r>
            <a:endParaRPr lang="en-US" sz="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6995" y="1442179"/>
            <a:ext cx="146068" cy="1460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0699" y="2197882"/>
            <a:ext cx="663081" cy="214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FastAPI Processing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850699" y="2440876"/>
            <a:ext cx="663081" cy="15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file intake and routing</a:t>
            </a:r>
            <a:endParaRPr lang="en-US" sz="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9205" y="1974817"/>
            <a:ext cx="146068" cy="1460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95663" y="966892"/>
            <a:ext cx="659457" cy="10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NLP Extraction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6495663" y="1102882"/>
            <a:ext cx="659457" cy="15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Summaries, tasks and deadlines</a:t>
            </a:r>
            <a:endParaRPr lang="en-US" sz="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5039" y="1427685"/>
            <a:ext cx="146068" cy="1460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7873" y="2251384"/>
            <a:ext cx="659457" cy="10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Notion Sync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7147873" y="2387375"/>
            <a:ext cx="659457" cy="15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"/>
              </a:lnSpc>
              <a:buNone/>
            </a:pPr>
            <a:r>
              <a:rPr lang="en-US" sz="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structured tasks to Notion</a:t>
            </a:r>
            <a:endParaRPr lang="en-US" sz="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6380" y="1974817"/>
            <a:ext cx="146068" cy="1460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7664" y="3065723"/>
            <a:ext cx="81981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transcript to structured workflow in seconds — no manual effort required.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72901" y="339782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 Highlights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72901" y="3748162"/>
            <a:ext cx="3934271" cy="9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Multi-speaker task extraction with speaker detection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deadline parsing from natural language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task management across meetings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productivity dashboard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741590" y="339782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You'll See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741590" y="3748162"/>
            <a:ext cx="3934271" cy="9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transcript processing output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action items with owner assignment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Notion database populated in real time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dashboard with cumulative tasks</a:t>
            </a:r>
            <a:endParaRPr lang="en-US" sz="1050" dirty="0"/>
          </a:p>
        </p:txBody>
      </p:sp>
      <p:sp>
        <p:nvSpPr>
          <p:cNvPr id="21" name="Rounded Rectangle 20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WhatsApp Video 2026-05-08 at 10.57.08 P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72901" y="838967"/>
            <a:ext cx="4009588" cy="1950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7914"/>
            <a:ext cx="4256708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Behind the Product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44761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44761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354113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4714503" y="1640681"/>
            <a:ext cx="1834828" cy="854571"/>
          </a:xfrm>
          <a:prstGeom prst="roundRect">
            <a:avLst>
              <a:gd name="adj" fmla="val 555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841751" y="1767929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841751" y="2043261"/>
            <a:ext cx="158033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· Responsive dashboard UI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639297" y="1640681"/>
            <a:ext cx="1834828" cy="854571"/>
          </a:xfrm>
          <a:prstGeom prst="roundRect">
            <a:avLst>
              <a:gd name="adj" fmla="val 555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45" y="1767929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766545" y="2043261"/>
            <a:ext cx="158033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· Python · RESTful architecture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14503" y="2585219"/>
            <a:ext cx="1834828" cy="1016943"/>
          </a:xfrm>
          <a:prstGeom prst="roundRect">
            <a:avLst>
              <a:gd name="adj" fmla="val 466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1751" y="2712467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NLP Processing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841751" y="2987799"/>
            <a:ext cx="1580331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Regex-based extraction · Speaker detection · Deadline parsing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639297" y="2585219"/>
            <a:ext cx="1834828" cy="1016943"/>
          </a:xfrm>
          <a:prstGeom prst="roundRect">
            <a:avLst>
              <a:gd name="adj" fmla="val 466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45" y="2712467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Integrations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766545" y="2987799"/>
            <a:ext cx="158033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Notion API · Persistent task storage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14503" y="3703365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463" y="3864694"/>
            <a:ext cx="141163" cy="1129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1587" y="3821534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is modular and AI-ready — designed for future LLM integration.</a:t>
            </a:r>
            <a:endParaRPr lang="en-US" sz="850" dirty="0"/>
          </a:p>
        </p:txBody>
      </p:sp>
      <p:sp>
        <p:nvSpPr>
          <p:cNvPr id="21" name="Rounded Rectangle 20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114" y="301377"/>
            <a:ext cx="4017690" cy="3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Impact &amp; Applications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41114" y="721593"/>
            <a:ext cx="5032772" cy="895276"/>
          </a:xfrm>
          <a:prstGeom prst="roundRect">
            <a:avLst>
              <a:gd name="adj" fmla="val 457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3285" y="823764"/>
            <a:ext cx="292373" cy="292373"/>
          </a:xfrm>
          <a:prstGeom prst="roundRect">
            <a:avLst>
              <a:gd name="adj" fmla="val 19544994"/>
            </a:avLst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652" y="904131"/>
            <a:ext cx="131564" cy="1315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285" y="1183109"/>
            <a:ext cx="127917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Corporate Meetings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43285" y="1383134"/>
            <a:ext cx="48284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manual minutes and ensure every decision is tracked.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41114" y="1683841"/>
            <a:ext cx="5032772" cy="895276"/>
          </a:xfrm>
          <a:prstGeom prst="roundRect">
            <a:avLst>
              <a:gd name="adj" fmla="val 457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3285" y="1786012"/>
            <a:ext cx="292373" cy="292373"/>
          </a:xfrm>
          <a:prstGeom prst="roundRect">
            <a:avLst>
              <a:gd name="adj" fmla="val 19544994"/>
            </a:avLst>
          </a:prstGeom>
          <a:solidFill>
            <a:srgbClr val="007EB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652" y="1866379"/>
            <a:ext cx="131564" cy="1315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3285" y="2145357"/>
            <a:ext cx="127917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Agile Sprint Planning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43285" y="2345382"/>
            <a:ext cx="48284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standup discussions directly into sprint tasks.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41114" y="2646090"/>
            <a:ext cx="5032772" cy="895276"/>
          </a:xfrm>
          <a:prstGeom prst="roundRect">
            <a:avLst>
              <a:gd name="adj" fmla="val 457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285" y="2748260"/>
            <a:ext cx="292373" cy="292373"/>
          </a:xfrm>
          <a:prstGeom prst="roundRect">
            <a:avLst>
              <a:gd name="adj" fmla="val 19544994"/>
            </a:avLst>
          </a:prstGeom>
          <a:solidFill>
            <a:srgbClr val="007EB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652" y="2828627"/>
            <a:ext cx="131564" cy="1315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3285" y="3107606"/>
            <a:ext cx="127917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Startup Standups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43285" y="3307631"/>
            <a:ext cx="48284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fast-moving teams aligned without administrative overhead.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341114" y="3608338"/>
            <a:ext cx="5032772" cy="895276"/>
          </a:xfrm>
          <a:prstGeom prst="roundRect">
            <a:avLst>
              <a:gd name="adj" fmla="val 457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43285" y="3710508"/>
            <a:ext cx="292373" cy="292373"/>
          </a:xfrm>
          <a:prstGeom prst="roundRect">
            <a:avLst>
              <a:gd name="adj" fmla="val 19544994"/>
            </a:avLst>
          </a:prstGeom>
          <a:solidFill>
            <a:srgbClr val="007EB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652" y="3790876"/>
            <a:ext cx="131564" cy="1315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3285" y="4069854"/>
            <a:ext cx="127917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Academic Teams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43285" y="4269879"/>
            <a:ext cx="48284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 student project teams with structured accountability.</a:t>
            </a:r>
            <a:endParaRPr lang="en-US" sz="750" dirty="0"/>
          </a:p>
        </p:txBody>
      </p:sp>
      <p:sp>
        <p:nvSpPr>
          <p:cNvPr id="24" name="Text 17"/>
          <p:cNvSpPr/>
          <p:nvPr/>
        </p:nvSpPr>
        <p:spPr>
          <a:xfrm>
            <a:off x="341114" y="4578995"/>
            <a:ext cx="503277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Expansion: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speech-to-text · Jira integration · RAG memory system · Calendar sync · AI meeting prep assistant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3715"/>
            <a:ext cx="500918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Our Solution Stands Out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37323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Differentiators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1772320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765250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Speaker-wise task extraction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assigns ownership automatically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2509465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50239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Deadline-aware tracking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catches commitments in natural language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3246611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23954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Notion workflows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tasks accumulate across meetings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250" y="3983757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976688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AI-ready architecture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built to scale with LLMs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647605" y="1231478"/>
            <a:ext cx="4107135" cy="3358307"/>
          </a:xfrm>
          <a:prstGeom prst="roundRect">
            <a:avLst>
              <a:gd name="adj" fmla="val 3039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4789363" y="1373237"/>
            <a:ext cx="19749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Competitive Advantage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789363" y="1747540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tools stop at transcription. </a:t>
            </a: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convert conversations into structured productivity systems.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789363" y="2396058"/>
            <a:ext cx="3823618" cy="10567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4789363" y="260151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789363" y="2975818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enterprise-grade AI productivity ecosystem for intelligent meetings — where every conversation drives execution.</a:t>
            </a:r>
            <a:endParaRPr lang="en-US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402803"/>
            <a:ext cx="3546946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Explore the Product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01901" y="1039341"/>
            <a:ext cx="4769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you need to evaluate, run, and extend Meeting Scribe &amp; Prep Coach is available below.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1901" y="1606451"/>
            <a:ext cx="4769197" cy="1029295"/>
          </a:xfrm>
          <a:prstGeom prst="roundRect">
            <a:avLst>
              <a:gd name="adj" fmla="val 551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0951" y="1625501"/>
            <a:ext cx="540469" cy="991195"/>
          </a:xfrm>
          <a:prstGeom prst="roundRect">
            <a:avLst>
              <a:gd name="adj" fmla="val 6271"/>
            </a:avLst>
          </a:prstGeom>
          <a:solidFill>
            <a:srgbClr val="CCEE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7490" y="2019746"/>
            <a:ext cx="202629" cy="2026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0157" y="176056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GitHub Repository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90157" y="2059409"/>
            <a:ext cx="39268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source code, setup instructions, and contribution guidelines.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901901" y="2764482"/>
            <a:ext cx="4769197" cy="818183"/>
          </a:xfrm>
          <a:prstGeom prst="roundRect">
            <a:avLst>
              <a:gd name="adj" fmla="val 693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920951" y="2783532"/>
            <a:ext cx="540469" cy="780083"/>
          </a:xfrm>
          <a:prstGeom prst="roundRect">
            <a:avLst>
              <a:gd name="adj" fmla="val 6271"/>
            </a:avLst>
          </a:prstGeom>
          <a:solidFill>
            <a:srgbClr val="CCEE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7490" y="3072185"/>
            <a:ext cx="202629" cy="2026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157" y="2918594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 Video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90157" y="3217441"/>
            <a:ext cx="392683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walkthrough of the product in action.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901901" y="3711401"/>
            <a:ext cx="4769197" cy="1029295"/>
          </a:xfrm>
          <a:prstGeom prst="roundRect">
            <a:avLst>
              <a:gd name="adj" fmla="val 551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920951" y="3730451"/>
            <a:ext cx="540469" cy="991195"/>
          </a:xfrm>
          <a:prstGeom prst="roundRect">
            <a:avLst>
              <a:gd name="adj" fmla="val 6271"/>
            </a:avLst>
          </a:prstGeom>
          <a:solidFill>
            <a:srgbClr val="CCEE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7490" y="4124697"/>
            <a:ext cx="202629" cy="2026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90157" y="3865513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Resources Included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90157" y="4164360"/>
            <a:ext cx="39268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 · PPT · README · AI Disclosure · Screenshots · Working Prototype</a:t>
            </a:r>
            <a:endParaRPr lang="en-US" sz="1050" dirty="0"/>
          </a:p>
        </p:txBody>
      </p:sp>
      <p:sp>
        <p:nvSpPr>
          <p:cNvPr id="20" name="Rounded Rectangle 19"/>
          <p:cNvSpPr/>
          <p:nvPr/>
        </p:nvSpPr>
        <p:spPr>
          <a:xfrm>
            <a:off x="8038826" y="4861450"/>
            <a:ext cx="1032811" cy="2302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132" y="476994"/>
            <a:ext cx="3373189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Beyond the Hackathon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573658" y="1046783"/>
            <a:ext cx="14288" cy="2826469"/>
          </a:xfrm>
          <a:prstGeom prst="roundRect">
            <a:avLst>
              <a:gd name="adj" fmla="val 364638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698897" y="1179165"/>
            <a:ext cx="372070" cy="14288"/>
          </a:xfrm>
          <a:prstGeom prst="roundRect">
            <a:avLst>
              <a:gd name="adj" fmla="val 364638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434132" y="1046783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990" y="1064233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93899" y="1089422"/>
            <a:ext cx="214372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 — Live Transcription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93899" y="1358057"/>
            <a:ext cx="40869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integration for real-time speech-to-text during meetings.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8897" y="1893540"/>
            <a:ext cx="372070" cy="14288"/>
          </a:xfrm>
          <a:prstGeom prst="roundRect">
            <a:avLst>
              <a:gd name="adj" fmla="val 364638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434132" y="176115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990" y="177860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93899" y="1803797"/>
            <a:ext cx="188952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 — Advanced LLM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93899" y="2072432"/>
            <a:ext cx="40869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Upgraded summarization and intelligent RAG-based memory system.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8897" y="2607915"/>
            <a:ext cx="372070" cy="14288"/>
          </a:xfrm>
          <a:prstGeom prst="roundRect">
            <a:avLst>
              <a:gd name="adj" fmla="val 364638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132" y="2475533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990" y="2492983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93899" y="2518172"/>
            <a:ext cx="169872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3 — Integrations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93899" y="2786807"/>
            <a:ext cx="40869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Jira ticket creation and calendar synchronization.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8897" y="3322290"/>
            <a:ext cx="372070" cy="14288"/>
          </a:xfrm>
          <a:prstGeom prst="roundRect">
            <a:avLst>
              <a:gd name="adj" fmla="val 364638"/>
            </a:avLst>
          </a:prstGeom>
          <a:solidFill>
            <a:srgbClr val="B2D4E5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132" y="318990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990" y="320735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93899" y="3232547"/>
            <a:ext cx="182813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4 — AI Prep Coach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93899" y="3501182"/>
            <a:ext cx="408696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meeting preparation assistant powered by conversation history.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4132" y="3995291"/>
            <a:ext cx="4846737" cy="671140"/>
          </a:xfrm>
          <a:prstGeom prst="roundRect">
            <a:avLst>
              <a:gd name="adj" fmla="val 7763"/>
            </a:avLst>
          </a:prstGeom>
          <a:solidFill>
            <a:srgbClr val="B6FCB8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05" y="4179838"/>
            <a:ext cx="155004" cy="12397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37084" y="4134743"/>
            <a:ext cx="43198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Vision: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AI systems that transform conversations into intelligent, actionable workflows for teams everywhere.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698</Words>
  <Application>Microsoft Office PowerPoint</Application>
  <PresentationFormat>On-screen Show (16:9)</PresentationFormat>
  <Paragraphs>115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Petrona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3</cp:revision>
  <dcterms:created xsi:type="dcterms:W3CDTF">2026-05-08T16:55:16Z</dcterms:created>
  <dcterms:modified xsi:type="dcterms:W3CDTF">2026-05-08T17:31:38Z</dcterms:modified>
</cp:coreProperties>
</file>